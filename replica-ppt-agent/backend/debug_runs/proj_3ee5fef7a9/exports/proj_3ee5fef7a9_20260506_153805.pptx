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861098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AI提效：驱动企业效率跃迁的关键引擎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0580" y="1811655"/>
            <a:ext cx="1298095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聚焦AI在企业运营、管理与业务场景中的提效价值 适用于管理层汇报、业务宣讲与内部推动落地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AI提效的背景与核心价值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3305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典型应用场景与业务收益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40942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落地路径、风险控制与实施建议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30426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总结与下一步行动方向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709279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为什么企业现在必须关注AI提效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58687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人力成本持续上升，传统流程优化空间逐步收窄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61973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市场竞争加剧，企业需要更快响应客户与业务变化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58950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生成式AI与自动化技术成熟，应用门槛显著降低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58950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AI正从辅助工具升级为组织效率提升的基础能力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5068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AI提效的核心价值框架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613162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降本：减少重复性工作投入，优化人力与时间成本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59344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增效：提升内容生成、数据处理与决策支持速度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64602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提质：降低人为差错，增强流程标准化与输出一致性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61973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赋能：释放员工精力，聚焦高价值创造与创新工作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868689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典型应用场景一：办公与管理效率提升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50800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会议纪要自动生成，缩短整理与同步时间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55795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文档撰写与PPT初稿生成，提高方案输出效率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56715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知识库问答与信息检索，减少跨部门沟通成本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56715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流程审批与任务跟进自动提醒，提升协同效率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868689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典型应用场景二：业务与客户服务提效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56058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营销内容批量生成，提升活动策划与投放效率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540867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销售辅助分析客户需求，优化商机跟进质量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519836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客服机器人7×24响应，缩短客户等待时间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56715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运营数据自动分析，支持更快发现问题与机会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5068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AI提效的预期收益表现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数据表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6295" y="2203132"/>
            <a:ext cx="45723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指标1: 重复性文本处理效率可提升50%以上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6295" y="2507932"/>
            <a:ext cx="54037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指标2: 标准化报告与分析输出周期可缩短30%—70%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295" y="2812732"/>
            <a:ext cx="61628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指标3: 客户服务响应效率显著提升，满意度具备改善空间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6295" y="3117532"/>
            <a:ext cx="5680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指标4: 管理层决策获取信息的速度与完整性同步增强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506854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AI提效落地的实施路径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6394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第一步：识别高频、重复、标准化程度高的业务场景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61973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第二步：选择试点部门，快速验证效率与质量收益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64602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第三步：建立数据、权限与流程规范，保障可控应用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59344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第四步：形成模板化能力，逐步复制到更多部门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51444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落地关键点与风险控制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66179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明确AI定位为辅助决策与提效工具，而非完全替代人工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59344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重点关注数据安全、内容准确性与合规管理要求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56715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通过制度、培训与评估机制提升员工使用效果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2872740"/>
            <a:ext cx="64602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4. 以业务价值为导向，持续优化模型、流程与应用边界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1072515"/>
            <a:ext cx="962311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F1F1F"/>
                </a:solidFill>
                <a:latin typeface="Arial"/>
                <a:ea typeface="Microsoft YaHei"/>
                <a:cs typeface="Arial"/>
              </a:rPr>
              <a:t>总结：以AI提效为抓手，构建企业新竞争力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4390" y="1844040"/>
            <a:ext cx="60921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1. AI提效已从可选项转变为企业效率升级的重要路径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4390" y="2186940"/>
            <a:ext cx="59344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2. 建议从小场景切入、快速试点、逐步规模化推广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390" y="2529840"/>
            <a:ext cx="61973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A3A3A"/>
                </a:solidFill>
                <a:latin typeface="Arial"/>
                <a:ea typeface="Microsoft YaHei"/>
                <a:cs typeface="Arial"/>
              </a:rPr>
              <a:t>3. 通过技术与管理协同，推动组织实现长期效率跃迁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