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5340" y="1072515"/>
            <a:ext cx="109594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F1F1F"/>
                </a:solidFill>
                <a:latin typeface="Arial"/>
                <a:ea typeface="Microsoft YaHei"/>
                <a:cs typeface="Arial"/>
              </a:rPr>
              <a:t>封面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0580" y="1811655"/>
            <a:ext cx="15112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请生成一份关于AI提效的商务风演示文稿，10页，含封面、目录、3页核心观点、2页数据页、1页总结和结束页。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5340" y="1072515"/>
            <a:ext cx="109594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F1F1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0580" y="1811655"/>
            <a:ext cx="53440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1. 背景 2. 核心观点 3. 路线图 4. 结论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5340" y="1072515"/>
            <a:ext cx="109594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F1F1F"/>
                </a:solidFill>
                <a:latin typeface="Arial"/>
                <a:ea typeface="Microsoft YaHei"/>
                <a:cs typeface="Arial"/>
              </a:rPr>
              <a:t>总结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0580" y="1811655"/>
            <a:ext cx="749093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本页用于验证 HTML -&gt; SVG -&gt; PPTX 的可编辑导出链路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